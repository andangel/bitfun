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海南兰贵人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FB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来自五指山的天然兰花茶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0" y="3566160"/>
            <a:ext cx="2743200" cy="27432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B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海南特色农产品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C553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C55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海南兰贵人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828800" cy="36576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38404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80160"/>
            <a:ext cx="73152" cy="146304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371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C55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产地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17373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产于海南五指山原始森林，海拔800-1000米的高山茶区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1280160"/>
            <a:ext cx="41148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1280160"/>
            <a:ext cx="73152" cy="1463040"/>
          </a:xfrm>
          <a:prstGeom prst="rect">
            <a:avLst/>
          </a:prstGeom>
          <a:solidFill>
            <a:srgbClr val="2C5530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371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C55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特点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46320" y="17373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天然兰花香，香气清幽持久，滋味甘醇回甘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38404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926080"/>
            <a:ext cx="73152" cy="1463040"/>
          </a:xfrm>
          <a:prstGeom prst="rect">
            <a:avLst/>
          </a:prstGeom>
          <a:solidFill>
            <a:srgbClr val="8FBC8F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017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C55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功效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31520" y="33832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清热解毒、提神醒脑、降脂降压、延缓衰老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0" y="2926080"/>
            <a:ext cx="41148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0" y="2926080"/>
            <a:ext cx="73152" cy="146304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30175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C55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荣誉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846320" y="33832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国家地理标志保护产品，海南省著名商标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2C553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海南兰贵人</dc:title>
  <dc:subject>PptxGenJS Presentation</dc:subject>
  <dc:creator>BitFun</dc:creator>
  <cp:lastModifiedBy>BitFun</cp:lastModifiedBy>
  <cp:revision>1</cp:revision>
  <dcterms:created xsi:type="dcterms:W3CDTF">2026-03-10T03:14:49Z</dcterms:created>
  <dcterms:modified xsi:type="dcterms:W3CDTF">2026-03-10T03:14:49Z</dcterms:modified>
</cp:coreProperties>
</file>